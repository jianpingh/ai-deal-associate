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Scenario Analysis: Scenario 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Comparison vs Base Case</a:t>
            </a:r>
          </a:p>
          <a:p>
            <a:r>
              <a:t>- IRR Impact</a:t>
            </a:r>
          </a:p>
          <a:p>
            <a:r>
              <a:t>- Equity Multiple Impact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