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To align and enrich the data from the JSON and PDF sources, let's follow the outlined tasks:</a:t>
            </a:r>
          </a:p>
          <a:p>
            <a:pPr/>
            <a:r>
              <a:t>### 1. Align Assets</a:t>
            </a:r>
          </a:p>
          <a:p>
            <a:pPr/>
            <a:r>
              <a:t>From the JSON data, we have the asset "DC1 Ingram Micro" located at "DC1, Drayton Way, Apex Park NN11 8NF, Daventry, United Kingdom." The PDF documents provided do not contain a direct match for this address or property name. Therefore, no direct alignment can be made between the JSON asset and the PDF content based on the provided data.</a:t>
            </a:r>
          </a:p>
          <a:p>
            <a:pPr/>
            <a:r>
              <a:t>### 2. Extract &amp; Enrich</a:t>
            </a:r>
          </a:p>
          <a:p>
            <a:pPr/>
            <a:r>
              <a:t>Since there is no direct match between the JSON asset and the PDF content, we cannot extract specific details for "DC1 Ingram Micro" from the PDFs. However, I can provide a template for how you would extract and enrich the data if a match were found:</a:t>
            </a:r>
          </a:p>
          <a:p>
            <a:pPr/>
            <a:r>
              <a:t>#### Template for Extracting and Enriching Data:</a:t>
            </a:r>
          </a:p>
          <a:p>
            <a:pPr/>
            <a:r>
              <a:t>- **Market Highlights**:</a:t>
            </a:r>
          </a:p>
          <a:p>
            <a:pPr/>
            <a:r>
              <a:t>- Key selling points of the location, such as proximity to major highways, economic strengths of the region, etc.</a:t>
            </a:r>
          </a:p>
          <a:p>
            <a:pPr/>
            <a:r>
              <a:t>- **Investment Rationale**:</a:t>
            </a:r>
          </a:p>
          <a:p>
            <a:pPr/>
            <a:r>
              <a:t>- Reasons why the investment is considered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Market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Market Highlights:</a:t>
            </a:r>
          </a:p>
          <a:p>
            <a:pPr/>
            <a:r>
              <a:t>- Prime logistics location</a:t>
            </a:r>
          </a:p>
          <a:p>
            <a:pPr/>
            <a:r>
              <a:t>- Strong demand fundamentals</a:t>
            </a:r>
          </a:p>
          <a:p>
            <a:pPr/>
            <a:r>
              <a:t>- Low vacancy rates in the submarket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Tenancy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Key Tenants:</a:t>
            </a:r>
          </a:p>
          <a:p>
            <a:pPr/>
            <a:r>
              <a:t>- Logistics Corp A: 5,000 sqm</a:t>
            </a:r>
          </a:p>
          <a:p>
            <a:pPr/>
            <a:r>
              <a:t>- E-Commerce Ltd: 3,000 sqm</a:t>
            </a:r>
          </a:p>
          <a:p>
            <a:pPr/>
            <a:r>
              <a:t>- Global Supply Chain: 2,000 sqm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Business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Key Assumptions:</a:t>
            </a:r>
          </a:p>
          <a:p>
            <a:pPr/>
            <a:r>
              <a:t>- Market Rent: 85 EUR/sqm</a:t>
            </a:r>
          </a:p>
          <a:p>
            <a:pPr/>
            <a:r>
              <a:t>- Entry Yield: 4.50%</a:t>
            </a:r>
          </a:p>
          <a:p>
            <a:pPr/>
            <a:r>
              <a:t>- Exit Yield: 4.75%</a:t>
            </a:r>
          </a:p>
          <a:p>
            <a:pPr/>
            <a:r>
              <a:t>- Capex: 0 EUR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Sensitivities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Sensitivity Analysis:</a:t>
            </a:r>
          </a:p>
          <a:p>
            <a:pPr/>
            <a:r>
              <a:t>- Impact of Exit Yield expansion (+25bps)</a:t>
            </a:r>
          </a:p>
          <a:p>
            <a:pPr/>
            <a:r>
              <a:t>- Impact of Rent Growth reduction (-1%)</a:t>
            </a:r>
          </a:p>
          <a:p>
            <a:pPr/>
            <a:r>
              <a:t>- Interest Rate stress test (+100bps)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Appendix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Documents Reviewed:</a:t>
            </a:r>
          </a:p>
          <a:p>
            <a:pPr/>
            <a:r>
              <a:t>- Investment Memorandum.pdf</a:t>
            </a:r>
          </a:p>
          <a:p>
            <a:pPr/>
            <a:r>
              <a:t>- Rent Roll.xlsx</a:t>
            </a:r>
          </a:p>
          <a:p>
            <a:pPr/>
            <a:r>
              <a:t>- Technical DD Report.pdf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