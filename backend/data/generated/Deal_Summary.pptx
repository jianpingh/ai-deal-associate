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Deal Summary &amp; One-Pager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Deal Associate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**Metrics Summary:**</a:t>
            </a:r>
          </a:p>
          <a:p>
            <a:pPr/>
            <a:r>
              <a:t>**Total GLA**: 222,221 m²</a:t>
            </a:r>
          </a:p>
          <a:p>
            <a:pPr/>
            <a:r>
              <a:t>**Occupancy**: 100% (based on the lease area matching the total asset area)</a:t>
            </a:r>
          </a:p>
          <a:p>
            <a:pPr/>
            <a:r>
              <a:t>**WALT (Weighted Average Lease Term)**: Approximately 3.5 years (calculated from the lease end dates of 2020 and 2021, assuming the current year is 2018)</a:t>
            </a:r>
          </a:p>
          <a:p>
            <a:pPr/>
            <a:r>
              <a:t>**In-Place Rent**: £5.5 per m² per annum (based on the lease with Ingram Micro)</a:t>
            </a:r>
          </a:p>
          <a:p>
            <a:pPr/>
            <a:r>
              <a:t>**Key Highlight 1**: Strong tenant presence with Ingram Micro, a leading technology distributor.</a:t>
            </a:r>
          </a:p>
          <a:p>
            <a:pPr/>
            <a:r>
              <a:t>**Key Highlight 2**: Strategic location in Daventry, United Kingdom, with excellent logistics infrastructure including 12 dock doors and 180 parking spaces.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