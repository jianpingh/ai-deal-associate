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Deal Summary &amp; One-Pager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Deal Associate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GLA: 222,221 m²</a:t>
            </a:r>
          </a:p>
          <a:p>
            <a:pPr/>
            <a:r>
              <a:t>Occupancy: 100% (based on total leased area matching GLA)</a:t>
            </a:r>
          </a:p>
          <a:p>
            <a:pPr/>
            <a:r>
              <a:t>WALT: Not directly computable from provided data (requires weighted average calculation of lease terms)</a:t>
            </a:r>
          </a:p>
          <a:p>
            <a:pPr/>
            <a:r>
              <a:t>In-Place Rent: £5.5 per m² per annum (based on the lease with Ingram Micro)</a:t>
            </a:r>
          </a:p>
          <a:p>
            <a:pPr/>
            <a:r>
              <a:t>Key Highlight 1: Asset is a logistics facility with significant parking capacity (180 spaces)</a:t>
            </a:r>
          </a:p>
          <a:p>
            <a:pPr/>
            <a:r>
              <a:t>Key Highlight 2: Located in Daventry, UK, with a strategic logistics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