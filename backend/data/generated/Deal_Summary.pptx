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Deal Summary &amp; One-Pager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AI Deal Associate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### Metrics Summary</a:t>
            </a:r>
          </a:p>
          <a:p/>
          <a:p>
            <a:r>
              <a:t>- **Total GLA (Gross Lettable Area):** 222,221 m²</a:t>
            </a:r>
          </a:p>
          <a:p>
            <a:r>
              <a:t>- **Occupancy:** 100% (The entire area is leased to Ingram Micro)</a:t>
            </a:r>
          </a:p>
          <a:p>
            <a:r>
              <a:t>- **WALT (Weighted Average Lease Term):** 5.4 Years</a:t>
            </a:r>
          </a:p>
          <a:p>
            <a:r>
              <a:t>  - Calculation: </a:t>
            </a:r>
          </a:p>
          <a:p>
            <a:r>
              <a:t>    - Ingram Micro Lease: 5 years (2015-2020)</a:t>
            </a:r>
          </a:p>
          <a:p>
            <a:r>
              <a:t>    - CNH Industrial Lease: 19 years (2002-2021)</a:t>
            </a:r>
          </a:p>
          <a:p>
            <a:r>
              <a:t>    - Weighted by area: </a:t>
            </a:r>
          </a:p>
          <a:p>
            <a:r>
              <a:t>      \[</a:t>
            </a:r>
          </a:p>
          <a:p>
            <a:r>
              <a:t>      \text{WALT} = \left(\frac{222,221 \times 5 + 90,998 \times 19}{222,221 + 90,998}\right) \approx 5.4 \text{ years}</a:t>
            </a:r>
          </a:p>
          <a:p>
            <a:r>
              <a:t>      \]</a:t>
            </a:r>
          </a:p>
          <a:p>
            <a:r>
              <a:t>- **In-Place Rent:**</a:t>
            </a:r>
          </a:p>
          <a:p>
            <a:r>
              <a:t>  - Ingram Micro: £5.5/m²/year</a:t>
            </a:r>
          </a:p>
          <a:p>
            <a:r>
              <a:t>  - CNH Industrial: £4.5/m²/year</a:t>
            </a:r>
          </a:p>
          <a:p>
            <a:r>
              <a:t>  - Weighted Average Rent: </a:t>
            </a:r>
          </a:p>
          <a:p>
            <a:r>
              <a:t>    \[</a:t>
            </a:r>
          </a:p>
          <a:p>
            <a:r>
              <a:t>    \text{Average Rent} = \left(\frac{222,221 \times 5.5 + 90,998 \times 4.5}{222,221 + 90,998}\right) \approx £5.17/\text{m}^2/\text{year}</a:t>
            </a:r>
          </a:p>
          <a:p>
            <a:r>
              <a:t>    \]</a:t>
            </a:r>
          </a:p>
          <a:p>
            <a:r>
              <a:t>- **Additional Metrics:**</a:t>
            </a:r>
          </a:p>
          <a:p>
            <a:r>
              <a:t>  - **Eaves Height:** 11.6 meters</a:t>
            </a:r>
          </a:p>
          <a:p>
            <a:r>
              <a:t>  - **Dock Doors:** 12</a:t>
            </a:r>
          </a:p>
          <a:p>
            <a:r>
              <a:t>  - **Level Access Doors:** 8</a:t>
            </a:r>
          </a:p>
          <a:p>
            <a:r>
              <a:t>  - **Parking Spaces (Cars):** 180</a:t>
            </a:r>
          </a:p>
          <a:p/>
          <a:p>
            <a:r>
              <a:t>### Summary</a:t>
            </a:r>
          </a:p>
          <a:p/>
          <a:p>
            <a:r>
              <a:t>The asset "DC1 Ingram Micro" is a logistics property located in Daventry, United Kingdom, with a total gro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