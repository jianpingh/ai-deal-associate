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Deal Summary &amp; One-Pager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AI Deal Associate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Compute Metrics and Draft Summary:</a:t>
            </a:r>
          </a:p>
          <a:p>
            <a:pPr/>
            <a:r>
              <a:t>**Total GLA**: 313,219 m² (222,221 m² for Ingram Micro + 90,998 m² for CNH Industrial)</a:t>
            </a:r>
          </a:p>
          <a:p>
            <a:pPr/>
            <a:r>
              <a:t>**Occupancy**: Potentially 0% (leases for both tenants have expired)</a:t>
            </a:r>
          </a:p>
          <a:p>
            <a:pPr/>
            <a:r>
              <a:t>**WALT**: 0 years (Weighted Average Lease Term is 0 due to expired leases)</a:t>
            </a:r>
          </a:p>
          <a:p>
            <a:pPr/>
            <a:r>
              <a:t>**In-Place Rent**: Not applicable (leases have expired)</a:t>
            </a:r>
          </a:p>
          <a:p>
            <a:pPr/>
            <a:r>
              <a:t>**Key Highlight 1**: Strategic logistics location in Daventry, UK, with proximity to major transportation routes.</a:t>
            </a:r>
          </a:p>
          <a:p>
            <a:pPr/>
            <a:r>
              <a:t>**Key Highlight 2**: Significant leasable area with potential for stable cash flow if leases are renewed or new tenants are secured.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