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Deal Summary &amp; One-Pager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Deal Associate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Compute Metrics and Draft Summary:</a:t>
            </a:r>
          </a:p>
          <a:p>
            <a:pPr/>
            <a:r>
              <a:t>**Total GLA**: 313,219 m²</a:t>
            </a:r>
          </a:p>
          <a:p>
            <a:pPr/>
            <a:r>
              <a:t>**Occupancy**: Fully leased</a:t>
            </a:r>
          </a:p>
          <a:p>
            <a:pPr/>
            <a:r>
              <a:t>**WALT (Weighted Average Lease Term)**: Calculation needed based on lease terms:</a:t>
            </a:r>
          </a:p>
          <a:p>
            <a:pPr/>
            <a:r>
              <a:t>Ingram Micro: Lease ended in 2020 (0 years remaining)</a:t>
            </a:r>
          </a:p>
          <a:p>
            <a:pPr/>
            <a:r>
              <a:t>CNH Industrial: Lease ended in 2021 (0 years remaining)</a:t>
            </a:r>
          </a:p>
          <a:p>
            <a:pPr/>
            <a:r>
              <a:t>WALT = 0 years (as of the current date, assuming no renewals)</a:t>
            </a:r>
          </a:p>
          <a:p>
            <a:pPr/>
            <a:r>
              <a:t>**In-Place Rent**:</a:t>
            </a:r>
          </a:p>
          <a:p>
            <a:pPr/>
            <a:r>
              <a:t>Ingram Micro: £5.5/m²/year</a:t>
            </a:r>
          </a:p>
          <a:p>
            <a:pPr/>
            <a:r>
              <a:t>CNH Industrial: £4.5/m²/year</a:t>
            </a:r>
          </a:p>
          <a:p>
            <a:pPr/>
            <a:r>
              <a:t>**Key Highlight 1**: Stable tenant base with major tenants like Ingram Micro and CNH Industrial.</a:t>
            </a:r>
          </a:p>
          <a:p>
            <a:pPr/>
            <a:r>
              <a:t>**Key Highlight 2**: Potential vacancy risk due to expired leases, requiring attention for renewals or new tenants.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