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Deal Summary &amp; One-Pager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by AI Deal Associate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Compute Metrics and Draft Summary:</a:t>
            </a:r>
          </a:p>
          <a:p>
            <a:pPr/>
            <a:r>
              <a:t>**Total GLA**: 313,219 m² (222,221 m² for Ingram Micro + 90,998 m² for CNH Industrial)</a:t>
            </a:r>
          </a:p>
          <a:p>
            <a:pPr/>
            <a:r>
              <a:t>**Occupancy**: 100% (Both areas are leased)</a:t>
            </a:r>
          </a:p>
          <a:p>
            <a:pPr/>
            <a:r>
              <a:t>**WALT (Weighted Average Lease Term)**: Approximately 1.5 years (calculated from the lease end dates relative to the current date, assuming the current date is 2023)</a:t>
            </a:r>
          </a:p>
          <a:p>
            <a:pPr/>
            <a:r>
              <a:t>**In-Place Rent**: £5.1 per m² per annum (weighted average rent based on leased areas)</a:t>
            </a:r>
          </a:p>
          <a:p>
            <a:pPr/>
            <a:r>
              <a:t>**Key Highlight 1**: The asset is a large logistics facility with significant parking and loading capabilities, featuring 12 dock doors and 8 level access doors.</a:t>
            </a:r>
          </a:p>
          <a:p>
            <a:pPr/>
            <a:r>
              <a:t>**Key Highlight 2**: The asset is fully occupied by two major tenants in the technology distribution and agricultural equipment industries, ensuring stable rental income.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