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{{DEAL_NAME}}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Investment Committee Presentation</a:t>
            </a:r>
          </a:p>
          <a:p>
            <a:r>
              <a:t>{{DATE}}</a:t>
            </a:r>
          </a:p>
          <a:p>
            <a:r>
              <a:t>{{SCENARIO_LABEL}}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{{SUMMARY_BULLETS}}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{{MARKET_BULLETS}}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Tenancy 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{{TENANCY_BULLETS}}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{{BUSINESS_PLAN_BULLETS}}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Metrics:</a:t>
            </a:r>
          </a:p>
          <a:p>
            <a:r>
              <a:t>Entry Yield: {{ENTRY_YIELD}}</a:t>
            </a:r>
          </a:p>
          <a:p>
            <a:r>
              <a:t>IRR: {{IRR}}</a:t>
            </a:r>
          </a:p>
          <a:p>
            <a:r>
              <a:t>Equity Multiple: {{MOIC}}</a:t>
            </a:r>
          </a:p>
          <a:p>
            <a:r>
              <a:t>Exit Yield: {{EXIT_YIELD}}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Sensitivities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{{SENSITIVITY_ANALYSIS}}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{{APPENDIX_BULLETS}}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